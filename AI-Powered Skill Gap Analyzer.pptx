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45" d="100"/>
          <a:sy n="45" d="100"/>
        </p:scale>
        <p:origin x="16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4B67F-32BE-40B2-A058-D02E546FF46C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2B2DC-4B11-4E48-96F9-AC0F0365FC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63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2B2DC-4B11-4E48-96F9-AC0F0365FCD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693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2B2DC-4B11-4E48-96F9-AC0F0365FCD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663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E9EA-E162-00F9-51EA-C78A26BFE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A8FE1-16F5-0724-3F9C-0431E74DA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EF894-1374-998A-3B97-A6B35FC8C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9EC59-7C88-6E08-D046-76A3D2BDF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2B2DC-4B11-4E48-96F9-AC0F0365FCD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79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12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93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89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4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7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607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02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88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22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956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988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14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5409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126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282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6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D4C4C-663F-4030-B974-34D6941178E1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3C2DE91-2318-49C7-921D-E264FEE07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1BB6-A73E-3E63-002A-E797F84EF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6761" y="1166219"/>
            <a:ext cx="8915399" cy="2262781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</a:t>
            </a:r>
            <a:r>
              <a:rPr lang="en-IN" sz="4400" dirty="0"/>
              <a:t> Skill Gap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99016-D414-A2A3-01B0-E4A599A09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6761" y="3705663"/>
            <a:ext cx="8915399" cy="112628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Resume &amp; Job Description to Identify Skill Gaps using NLP &amp; SBERT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Sakshi Dande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76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1C15-EF7D-1F92-ECF1-DA82B33D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28DC5-084C-F72F-79CF-EE5CDB213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924044-6B87-25FA-C863-F66FCCC2FA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576171"/>
            <a:ext cx="864026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technology demands updated and competitive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candidates struggle to understand how their resume aligns with job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Recruiters spend significant time manually reviewing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Difficult to identify skill gaps quickly &amp; accurately.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AI-based system that compares resume skills and job description skills to measure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78756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27D0-5CB0-0E53-17B1-412F43FD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2889-0B18-BE28-D69E-06D1F1C4D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DB657B6-DE92-D151-E6C9-27ACE2F3D9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905000"/>
            <a:ext cx="914187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Candidates are often unaware of which skills they lack for a target job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comparison 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inaccurate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simple automated platform currently provides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quantified similarity score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upskilling recommendations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a tool that automatically highlights matched, weak, and missing skills.</a:t>
            </a:r>
          </a:p>
        </p:txBody>
      </p:sp>
    </p:spTree>
    <p:extLst>
      <p:ext uri="{BB962C8B-B14F-4D97-AF65-F5344CB8AC3E}">
        <p14:creationId xmlns:p14="http://schemas.microsoft.com/office/powerpoint/2010/main" val="2969032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95AE6-E4B1-FAB3-01DF-554FF5A1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0BDC-208A-5FC3-29AC-F6C6D8BB1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A35722-2E93-F337-C79F-31CA227017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905000"/>
            <a:ext cx="802930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skills from resumes and job descriptions.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similarity using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vector embeddings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skills into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Matched / Weak Match / Missing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using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dashboard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 skill gap report (CSV/XLSX)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87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1354-8978-08B9-2F85-C5E33F45B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6744-6353-A162-1D5F-ACA147AED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53177"/>
            <a:ext cx="8911687" cy="128089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DEC46F-2782-83FF-8901-7FEA46AD6D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4391" y="1508583"/>
            <a:ext cx="8640261" cy="4996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&amp; Job Description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text from PDF/DOCX/TXT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keyword &amp;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skill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vector embeddings using SBERT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vectors using cosine similarity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skill gap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analytics with graphs &amp;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results as downloadable report</a:t>
            </a:r>
          </a:p>
        </p:txBody>
      </p:sp>
    </p:spTree>
    <p:extLst>
      <p:ext uri="{BB962C8B-B14F-4D97-AF65-F5344CB8AC3E}">
        <p14:creationId xmlns:p14="http://schemas.microsoft.com/office/powerpoint/2010/main" val="538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7DECB-98F9-6600-53F9-17CBE10E1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A08C-B0FC-C962-3339-024AA1BB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</a:p>
        </p:txBody>
      </p:sp>
      <p:pic>
        <p:nvPicPr>
          <p:cNvPr id="3" name="Picture 2" descr="A high-resolution system architecture diagram showing the flow: Input Layer → Text Processing → Skill Extraction → Embedding Calculator → Similarity Engine → Skill Classification → Visualization &amp; Report Generation. Use clean, modern flat design with bold labels and arrows connecting each stage. Ensure readability and clarity.">
            <a:extLst>
              <a:ext uri="{FF2B5EF4-FFF2-40B4-BE49-F238E27FC236}">
                <a16:creationId xmlns:a16="http://schemas.microsoft.com/office/drawing/2014/main" id="{64F540F2-7C5F-6C41-8AEF-1ED394A75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743" y="1627181"/>
            <a:ext cx="3215323" cy="48224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80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2197-F2F9-C94C-38CA-84CB89AA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F544A-07FD-C902-12D9-49062406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459" y="353177"/>
            <a:ext cx="8911687" cy="1280890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 Used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B85B51-280C-16BA-0604-BFE1490A8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670599"/>
              </p:ext>
            </p:extLst>
          </p:nvPr>
        </p:nvGraphicFramePr>
        <p:xfrm>
          <a:off x="2589212" y="1452902"/>
          <a:ext cx="8915400" cy="5222217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1876477306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103476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Libraries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892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365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spaCy, SBERT, Sentence-Transformers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96895"/>
                  </a:ext>
                </a:extLst>
              </a:tr>
              <a:tr h="650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Similarity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all-MiniLM-L6-v2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071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pdfminer, python-docx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249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03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Matplotlib, Plotly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964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569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CSV, Excel (</a:t>
                      </a:r>
                      <a:r>
                        <a:rPr lang="en-IN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openpyxl</a:t>
                      </a: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75975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293D76D-8CE7-46B3-9FA7-2141BADA6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2543647"/>
            <a:ext cx="21672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95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FF4E-69B0-49B7-3DA4-336025E7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7793-9B6B-1D47-0BA2-FC3D4493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4ADCCD-4DB5-44EA-1264-7F5722E7D2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4392" y="1668447"/>
            <a:ext cx="864026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Resume &amp; JD through UI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Parser extracts text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skill extraction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SBERT embedding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scoring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classification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report export</a:t>
            </a:r>
          </a:p>
        </p:txBody>
      </p:sp>
    </p:spTree>
    <p:extLst>
      <p:ext uri="{BB962C8B-B14F-4D97-AF65-F5344CB8AC3E}">
        <p14:creationId xmlns:p14="http://schemas.microsoft.com/office/powerpoint/2010/main" val="268188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95A6-E5D4-2ED5-29E8-2A56DF46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A60B-0358-4881-28D5-B0E9F305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D51DA4-B99D-FF0F-78FC-598B2C779D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837781"/>
            <a:ext cx="864026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skill match score (percentage)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displaying similarity score by skill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charts: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for matched/weak/missing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for similarity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upskilling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export available</a:t>
            </a:r>
          </a:p>
        </p:txBody>
      </p:sp>
    </p:spTree>
    <p:extLst>
      <p:ext uri="{BB962C8B-B14F-4D97-AF65-F5344CB8AC3E}">
        <p14:creationId xmlns:p14="http://schemas.microsoft.com/office/powerpoint/2010/main" val="1921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A843-CA82-1F02-E13D-1C2F6EC1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15BC-CF9E-0E18-53E9-1C03A8F9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C76D87-DEBA-E438-27C8-08BB66123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905000"/>
            <a:ext cx="8640261" cy="2759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recruiter screening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job seekers focus on necessary skill upgrades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bias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automated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UI with visual insights</a:t>
            </a:r>
          </a:p>
        </p:txBody>
      </p:sp>
    </p:spTree>
    <p:extLst>
      <p:ext uri="{BB962C8B-B14F-4D97-AF65-F5344CB8AC3E}">
        <p14:creationId xmlns:p14="http://schemas.microsoft.com/office/powerpoint/2010/main" val="1473307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127E3-E2C5-CF9E-BCB3-75C4162C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7E257-E60F-BBFD-4F6B-53008BA3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1C28F2-E50B-B695-6F87-45A37937CE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905000"/>
            <a:ext cx="8640261" cy="2759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for interview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&amp; recruitment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EdTech &amp; career guidance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enhancement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institutes for curriculum planning</a:t>
            </a:r>
          </a:p>
        </p:txBody>
      </p:sp>
    </p:spTree>
    <p:extLst>
      <p:ext uri="{BB962C8B-B14F-4D97-AF65-F5344CB8AC3E}">
        <p14:creationId xmlns:p14="http://schemas.microsoft.com/office/powerpoint/2010/main" val="203325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1D7F-A671-703D-9791-3D8DF084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7172C-96B6-64E9-9ECE-354055A1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FDE6A7-24C7-CE1F-37DC-738247E939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904998"/>
            <a:ext cx="8640261" cy="2759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LLM for intelligent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with multiple resume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job portals (LinkedIn, Naukri, Indeed)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to guide learning roadmap</a:t>
            </a:r>
          </a:p>
        </p:txBody>
      </p:sp>
    </p:spTree>
    <p:extLst>
      <p:ext uri="{BB962C8B-B14F-4D97-AF65-F5344CB8AC3E}">
        <p14:creationId xmlns:p14="http://schemas.microsoft.com/office/powerpoint/2010/main" val="1465069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85D9-3C82-932B-AAA5-C4C7F1A3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5114-4178-4F59-352D-875A1616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AA1553-1FE2-9492-FA45-8F8F385D3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817796"/>
            <a:ext cx="8640261" cy="29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automated and efficient approach to identify skill gaps.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NLP &amp; SBERT to compare resumes with job descriptions accurately.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decision-making for career growth and hiring processes.</a:t>
            </a:r>
          </a:p>
        </p:txBody>
      </p:sp>
    </p:spTree>
    <p:extLst>
      <p:ext uri="{BB962C8B-B14F-4D97-AF65-F5344CB8AC3E}">
        <p14:creationId xmlns:p14="http://schemas.microsoft.com/office/powerpoint/2010/main" val="1964874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18985-6C14-F9AA-80FD-F68B7DF8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C9CB7AF-1BA1-FB33-73C0-2E2D4AD1C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21991" y="2801633"/>
            <a:ext cx="86402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1538355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464</Words>
  <Application>Microsoft Office PowerPoint</Application>
  <PresentationFormat>Widescreen</PresentationFormat>
  <Paragraphs>93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 3</vt:lpstr>
      <vt:lpstr>Wisp</vt:lpstr>
      <vt:lpstr>AI-Powered Skill Gap Analyzer</vt:lpstr>
      <vt:lpstr>Introduction</vt:lpstr>
      <vt:lpstr>Problem Statement</vt:lpstr>
      <vt:lpstr>Objectives</vt:lpstr>
      <vt:lpstr>Proposed System</vt:lpstr>
      <vt:lpstr>System Architecture Diagram</vt:lpstr>
      <vt:lpstr>Technologies Used</vt:lpstr>
      <vt:lpstr>Workflow</vt:lpstr>
      <vt:lpstr>Results &amp; Output</vt:lpstr>
      <vt:lpstr>Advantages</vt:lpstr>
      <vt:lpstr>Applications</vt:lpstr>
      <vt:lpstr>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Dande</dc:creator>
  <cp:lastModifiedBy>Sakshi Dande</cp:lastModifiedBy>
  <cp:revision>1</cp:revision>
  <dcterms:created xsi:type="dcterms:W3CDTF">2025-11-26T17:42:19Z</dcterms:created>
  <dcterms:modified xsi:type="dcterms:W3CDTF">2025-11-26T18:28:26Z</dcterms:modified>
</cp:coreProperties>
</file>